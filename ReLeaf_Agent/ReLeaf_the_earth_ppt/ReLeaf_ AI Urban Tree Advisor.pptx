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01429-5a22-8fce-8000-0000b8d2f44b.png?kimi-sig=cnTiKtgY3tvAPLhG1J2IlKB4tNwgh1xuQ5xJixj7e9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0142e-dd12-82cb-8000-0000fcc58ecd.png?kimi-sig=Q7iCs3ODzkOGg8jh5guaBNw3yNW1sshD4FUEHEk8tA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01438-46e2-8a8e-8000-000096125ffe.png?kimi-sig=8t7rYbMhGgu1d3-ehC5VX_MQCY60tUw26aEPCR3Ykm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01437-3572-8bbc-8000-00003b011822.png?kimi-sig=Sv8JuiVGQjbNroGH2a24Pb0KwmYjctGoZPr_aDl4ZF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01434-e3c2-8d6c-8000-000058e5ea78.png?kimi-sig=C0wmB4TaSH-7IbHHz9_LGWAsy_kd_WC5N0pYLfetbQ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0142e-fa62-87cb-8000-0000d7c34058.png?kimi-sig=HfiE4aknfQZeljqJzOB9LwmZpLGXJc2G_sW65xoKV4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01445-9122-810e-8000-000010edae99.png?kimi-sig=A1tinMepAjln5eecTK8IkUMxUSQUHrq6GWUcWLkoq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01443-ce02-8b04-8000-00003127b214.png?kimi-sig=0stmvbCs58mSd0h19XYFtoG5aAAAAKgxf8NtLw0iby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01445-86c2-89f9-8000-00005ca70a2a.png?kimi-sig=rDWIyu2sdj4VTQ3vIBKJ0R_NEQueL4SzfPYihGcMX0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0143d-2922-800c-8000-0000984704d3.png?kimi-sig=F1RlJ068cLfpFcX2vEryOslYta_U2QBEJHxkJYQV4Y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ReLeaf: AI Urban Tree Advisor</dc:title>
  <dc:subject>ReLeaf: AI Urban Tree Advisor</dc:subject>
  <dc:creator>Kimi</dc:creator>
  <cp:lastModifiedBy>Kimi</cp:lastModifiedBy>
  <cp:revision>1</cp:revision>
  <dcterms:created xsi:type="dcterms:W3CDTF">2025-12-09T04:03:53Z</dcterms:created>
  <dcterms:modified xsi:type="dcterms:W3CDTF">2025-12-09T04:03:53Z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{"Label":"ReLeaf: AI Urban Tree Advisor","ContentProducer":"001191110108MACG2KBH8F10000","ProduceID":"d4rpsa9b9p5cna6vckmg","ReservedCode1":"","ContentPropagator":"001191110108MACG2KBH8F20000","PropagateID":"d4rpsa9b9p5cna6vckmg","ReservedCode2":""}</vt:lpwstr>
  </property>
</Properties>
</file>